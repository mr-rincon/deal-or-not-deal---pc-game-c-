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80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24/04/2019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24/04/2019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24/04/2019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24/04/2019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24/04/2019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24/04/2019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24/04/2019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24/04/2019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24/04/2019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24/04/2019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24/04/2019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847CFC-816F-41D0-AAC0-9BF4FEBC753E}" type="datetimeFigureOut">
              <a:rPr lang="es-ES" smtClean="0"/>
              <a:t>24/04/2019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2FADFE-3B8F-471C-ABF0-DBC7717ECBBC}" type="slidenum">
              <a:rPr lang="es-ES" smtClean="0"/>
              <a:t>‹#›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4DCEBA4-5822-4845-8CDC-BD9358FC50DE}"/>
              </a:ext>
            </a:extLst>
          </p:cNvPr>
          <p:cNvSpPr/>
          <p:nvPr/>
        </p:nvSpPr>
        <p:spPr>
          <a:xfrm>
            <a:off x="2411760" y="2276872"/>
            <a:ext cx="1080120" cy="432048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42447E-9380-41BC-8B34-693099A0B1E9}"/>
              </a:ext>
            </a:extLst>
          </p:cNvPr>
          <p:cNvSpPr/>
          <p:nvPr/>
        </p:nvSpPr>
        <p:spPr>
          <a:xfrm>
            <a:off x="4788024" y="2060848"/>
            <a:ext cx="1080120" cy="43204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C84DFD-55EE-4030-AF77-0362793F9F55}"/>
              </a:ext>
            </a:extLst>
          </p:cNvPr>
          <p:cNvSpPr/>
          <p:nvPr/>
        </p:nvSpPr>
        <p:spPr>
          <a:xfrm>
            <a:off x="2446205" y="2924944"/>
            <a:ext cx="1080120" cy="432048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788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4421AC-F83C-4FA2-9C2E-92422D8BF3A5}"/>
              </a:ext>
            </a:extLst>
          </p:cNvPr>
          <p:cNvSpPr/>
          <p:nvPr/>
        </p:nvSpPr>
        <p:spPr>
          <a:xfrm>
            <a:off x="683568" y="476672"/>
            <a:ext cx="3386953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80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00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Let’s go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BDC405-8485-4099-91AA-10CEB5A943E8}"/>
              </a:ext>
            </a:extLst>
          </p:cNvPr>
          <p:cNvSpPr/>
          <p:nvPr/>
        </p:nvSpPr>
        <p:spPr>
          <a:xfrm>
            <a:off x="683567" y="1800111"/>
            <a:ext cx="3386953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80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00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Let’s go</a:t>
            </a:r>
          </a:p>
        </p:txBody>
      </p:sp>
    </p:spTree>
    <p:extLst>
      <p:ext uri="{BB962C8B-B14F-4D97-AF65-F5344CB8AC3E}">
        <p14:creationId xmlns:p14="http://schemas.microsoft.com/office/powerpoint/2010/main" val="2802789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p-Down Arrow 3"/>
          <p:cNvSpPr/>
          <p:nvPr/>
        </p:nvSpPr>
        <p:spPr>
          <a:xfrm rot="16200000">
            <a:off x="1547664" y="1628800"/>
            <a:ext cx="2520280" cy="3528392"/>
          </a:xfrm>
          <a:prstGeom prst="upDownArrow">
            <a:avLst/>
          </a:prstGeom>
          <a:gradFill flip="none" rotWithShape="1">
            <a:gsLst>
              <a:gs pos="0">
                <a:srgbClr val="C00000"/>
              </a:gs>
              <a:gs pos="73000">
                <a:srgbClr val="FFC000"/>
              </a:gs>
              <a:gs pos="100000">
                <a:srgbClr val="FFFF00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endParaRPr lang="en-GB" sz="5000" dirty="0">
              <a:ln w="19050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Up-Down Arrow 4"/>
          <p:cNvSpPr/>
          <p:nvPr/>
        </p:nvSpPr>
        <p:spPr>
          <a:xfrm rot="16200000">
            <a:off x="5436096" y="1628800"/>
            <a:ext cx="2520280" cy="3528392"/>
          </a:xfrm>
          <a:prstGeom prst="upDownArrow">
            <a:avLst/>
          </a:prstGeom>
          <a:gradFill flip="none" rotWithShape="1">
            <a:gsLst>
              <a:gs pos="86000">
                <a:srgbClr val="C00000"/>
              </a:gs>
              <a:gs pos="55000">
                <a:srgbClr val="FFC000"/>
              </a:gs>
              <a:gs pos="16000">
                <a:srgbClr val="FFFF00"/>
              </a:gs>
            </a:gsLst>
            <a:path path="circle">
              <a:fillToRect l="50000" t="50000" r="50000" b="50000"/>
            </a:path>
            <a:tileRect/>
          </a:gra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endParaRPr lang="en-GB" sz="5000" dirty="0">
              <a:ln w="19050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659604" y="2838997"/>
            <a:ext cx="2296398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600" b="1" cap="none" spc="50" dirty="0" smtClean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SWAP</a:t>
            </a:r>
            <a:endParaRPr lang="en-US" sz="6600" b="1" cap="none" spc="50" dirty="0">
              <a:ln w="0">
                <a:solidFill>
                  <a:schemeClr val="tx1"/>
                </a:solidFill>
              </a:ln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548037" y="2838997"/>
            <a:ext cx="2296398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600" b="1" cap="none" spc="50" dirty="0" smtClean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SWAP</a:t>
            </a:r>
            <a:endParaRPr lang="en-US" sz="6600" b="1" cap="none" spc="50" dirty="0">
              <a:ln w="0">
                <a:solidFill>
                  <a:schemeClr val="tx1"/>
                </a:solidFill>
              </a:ln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94666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ardrop 5"/>
          <p:cNvSpPr/>
          <p:nvPr/>
        </p:nvSpPr>
        <p:spPr>
          <a:xfrm>
            <a:off x="2411760" y="1872700"/>
            <a:ext cx="2880320" cy="2852444"/>
          </a:xfrm>
          <a:prstGeom prst="teardrop">
            <a:avLst/>
          </a:prstGeom>
          <a:gradFill>
            <a:gsLst>
              <a:gs pos="100000">
                <a:schemeClr val="accent6">
                  <a:lumMod val="60000"/>
                  <a:lumOff val="40000"/>
                </a:schemeClr>
              </a:gs>
              <a:gs pos="80000">
                <a:schemeClr val="accent5">
                  <a:lumMod val="60000"/>
                  <a:lumOff val="40000"/>
                </a:schemeClr>
              </a:gs>
              <a:gs pos="28000">
                <a:schemeClr val="bg2">
                  <a:lumMod val="25000"/>
                </a:schemeClr>
              </a:gs>
            </a:gsLst>
            <a:path path="circle">
              <a:fillToRect l="50000" t="50000" r="50000" b="50000"/>
            </a:path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2876332" y="2744924"/>
            <a:ext cx="1951175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600" b="1" cap="none" spc="50" dirty="0" smtClean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KEEP</a:t>
            </a:r>
          </a:p>
        </p:txBody>
      </p:sp>
    </p:spTree>
    <p:extLst>
      <p:ext uri="{BB962C8B-B14F-4D97-AF65-F5344CB8AC3E}">
        <p14:creationId xmlns:p14="http://schemas.microsoft.com/office/powerpoint/2010/main" val="3712662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icin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cin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7</Words>
  <Application>Microsoft Office PowerPoint</Application>
  <PresentationFormat>On-screen Show (4:3)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Tema de Office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D1360_PC</dc:creator>
  <cp:lastModifiedBy>Diego Rincon</cp:lastModifiedBy>
  <cp:revision>7</cp:revision>
  <dcterms:created xsi:type="dcterms:W3CDTF">2019-04-23T16:56:15Z</dcterms:created>
  <dcterms:modified xsi:type="dcterms:W3CDTF">2019-04-24T10:38:57Z</dcterms:modified>
</cp:coreProperties>
</file>